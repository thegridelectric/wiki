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>
        <p:scale>
          <a:sx n="113" d="100"/>
          <a:sy n="113" d="100"/>
        </p:scale>
        <p:origin x="84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0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1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28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1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1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4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1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53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2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22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92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E8B8C-71EF-5441-AF83-375315E4138F}" type="datetimeFigureOut">
              <a:rPr lang="en-US" smtClean="0"/>
              <a:t>6/1/24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74C5B-4DAA-E94B-A87F-36A3F3C9F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51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>
            <a:extLst>
              <a:ext uri="{FF2B5EF4-FFF2-40B4-BE49-F238E27FC236}">
                <a16:creationId xmlns:a16="http://schemas.microsoft.com/office/drawing/2014/main" id="{29880E87-4D39-B9B3-17B4-FD922FF703D1}"/>
              </a:ext>
            </a:extLst>
          </p:cNvPr>
          <p:cNvSpPr/>
          <p:nvPr/>
        </p:nvSpPr>
        <p:spPr>
          <a:xfrm>
            <a:off x="914400" y="821933"/>
            <a:ext cx="1130157" cy="231168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16A501-A233-AFB0-74F0-6FC0720F6F41}"/>
              </a:ext>
            </a:extLst>
          </p:cNvPr>
          <p:cNvSpPr/>
          <p:nvPr/>
        </p:nvSpPr>
        <p:spPr>
          <a:xfrm>
            <a:off x="1910993" y="1150707"/>
            <a:ext cx="133564" cy="2157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9FDA0-9E69-4AB7-6B7B-2FF769A232DB}"/>
              </a:ext>
            </a:extLst>
          </p:cNvPr>
          <p:cNvSpPr txBox="1"/>
          <p:nvPr/>
        </p:nvSpPr>
        <p:spPr>
          <a:xfrm>
            <a:off x="2137025" y="1073919"/>
            <a:ext cx="6634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1.5” inlet = 1.75 sq in. 4 gpm = 4 x 231 cu in = 528 in/min = 8.8 in/sec</a:t>
            </a:r>
          </a:p>
          <a:p>
            <a:endParaRPr lang="en-US"/>
          </a:p>
          <a:p>
            <a:r>
              <a:rPr lang="en-US"/>
              <a:t>Two 1.5” inlets = 4.4 in/sec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E8621B30-2ED6-DF0C-7622-BD044C24EC5C}"/>
              </a:ext>
            </a:extLst>
          </p:cNvPr>
          <p:cNvSpPr/>
          <p:nvPr/>
        </p:nvSpPr>
        <p:spPr>
          <a:xfrm>
            <a:off x="922961" y="4107951"/>
            <a:ext cx="1130157" cy="231168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9F55D1-2B44-98A4-86DB-3C561F5CA813}"/>
              </a:ext>
            </a:extLst>
          </p:cNvPr>
          <p:cNvSpPr/>
          <p:nvPr/>
        </p:nvSpPr>
        <p:spPr>
          <a:xfrm>
            <a:off x="1919554" y="4436725"/>
            <a:ext cx="133564" cy="2157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94847DE1-84B8-F59F-D29D-6CF69AD26BDC}"/>
              </a:ext>
            </a:extLst>
          </p:cNvPr>
          <p:cNvSpPr/>
          <p:nvPr/>
        </p:nvSpPr>
        <p:spPr>
          <a:xfrm rot="5400000">
            <a:off x="1366463" y="4020622"/>
            <a:ext cx="15925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59538703-B5D3-435E-D7E1-2E0270C5FE77}"/>
              </a:ext>
            </a:extLst>
          </p:cNvPr>
          <p:cNvSpPr/>
          <p:nvPr/>
        </p:nvSpPr>
        <p:spPr>
          <a:xfrm rot="5400000">
            <a:off x="5452765" y="2700752"/>
            <a:ext cx="226800" cy="4320000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F909F0C-3E3E-5A56-4555-E3BB7F0C4119}"/>
              </a:ext>
            </a:extLst>
          </p:cNvPr>
          <p:cNvCxnSpPr>
            <a:cxnSpLocks/>
          </p:cNvCxnSpPr>
          <p:nvPr/>
        </p:nvCxnSpPr>
        <p:spPr>
          <a:xfrm>
            <a:off x="3406165" y="4436725"/>
            <a:ext cx="43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7F9A49F-597A-3FA1-8CD6-187C690BD95F}"/>
              </a:ext>
            </a:extLst>
          </p:cNvPr>
          <p:cNvSpPr/>
          <p:nvPr/>
        </p:nvSpPr>
        <p:spPr>
          <a:xfrm>
            <a:off x="3606985" y="476562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3F00B7-CFFA-A52B-D50A-6424B0F8CD66}"/>
              </a:ext>
            </a:extLst>
          </p:cNvPr>
          <p:cNvSpPr/>
          <p:nvPr/>
        </p:nvSpPr>
        <p:spPr>
          <a:xfrm>
            <a:off x="4140366" y="476562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BA63C5-11EE-B101-5833-5588580EFA43}"/>
              </a:ext>
            </a:extLst>
          </p:cNvPr>
          <p:cNvSpPr/>
          <p:nvPr/>
        </p:nvSpPr>
        <p:spPr>
          <a:xfrm>
            <a:off x="4673747" y="476562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220BD94-5D7C-9B91-A3E9-A374EC95C7E0}"/>
              </a:ext>
            </a:extLst>
          </p:cNvPr>
          <p:cNvSpPr/>
          <p:nvPr/>
        </p:nvSpPr>
        <p:spPr>
          <a:xfrm>
            <a:off x="5207128" y="476562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1749AB-814E-B398-DCD0-D06768C09BB3}"/>
              </a:ext>
            </a:extLst>
          </p:cNvPr>
          <p:cNvSpPr/>
          <p:nvPr/>
        </p:nvSpPr>
        <p:spPr>
          <a:xfrm>
            <a:off x="5740509" y="476562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CF7AD25-5E19-919C-8F58-6F8C94E56616}"/>
              </a:ext>
            </a:extLst>
          </p:cNvPr>
          <p:cNvSpPr/>
          <p:nvPr/>
        </p:nvSpPr>
        <p:spPr>
          <a:xfrm>
            <a:off x="6273890" y="476562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A7CB9A-2635-91BA-2C56-B60D06B419DE}"/>
              </a:ext>
            </a:extLst>
          </p:cNvPr>
          <p:cNvSpPr/>
          <p:nvPr/>
        </p:nvSpPr>
        <p:spPr>
          <a:xfrm>
            <a:off x="6807271" y="476562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E34CF2-6D19-5F80-0D3F-792D7584298E}"/>
              </a:ext>
            </a:extLst>
          </p:cNvPr>
          <p:cNvSpPr/>
          <p:nvPr/>
        </p:nvSpPr>
        <p:spPr>
          <a:xfrm>
            <a:off x="7340651" y="476562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3BFAA1-8B52-7ABE-7F4A-C85381DCA3ED}"/>
              </a:ext>
            </a:extLst>
          </p:cNvPr>
          <p:cNvSpPr txBox="1"/>
          <p:nvPr/>
        </p:nvSpPr>
        <p:spPr>
          <a:xfrm>
            <a:off x="5198721" y="4107951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24”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722376-9E5F-54D8-D4CD-300074449EA9}"/>
              </a:ext>
            </a:extLst>
          </p:cNvPr>
          <p:cNvSpPr txBox="1"/>
          <p:nvPr/>
        </p:nvSpPr>
        <p:spPr>
          <a:xfrm>
            <a:off x="2680400" y="5675736"/>
            <a:ext cx="5553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Flute with eight 1” holes space 3” on center:</a:t>
            </a:r>
          </a:p>
          <a:p>
            <a:r>
              <a:rPr lang="en-US"/>
              <a:t>6.28 sq in. 4 gpm = 4 x 231 cu in = 147 in/min = 2.4 in/sec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2E6FEC-7728-0ECE-5485-026DF6367BA4}"/>
              </a:ext>
            </a:extLst>
          </p:cNvPr>
          <p:cNvCxnSpPr>
            <a:cxnSpLocks/>
          </p:cNvCxnSpPr>
          <p:nvPr/>
        </p:nvCxnSpPr>
        <p:spPr>
          <a:xfrm>
            <a:off x="3696985" y="5113107"/>
            <a:ext cx="5333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CBDF95-3163-D6E0-A189-93068FE75C42}"/>
              </a:ext>
            </a:extLst>
          </p:cNvPr>
          <p:cNvSpPr txBox="1"/>
          <p:nvPr/>
        </p:nvSpPr>
        <p:spPr>
          <a:xfrm>
            <a:off x="3773966" y="507912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3”</a:t>
            </a:r>
          </a:p>
        </p:txBody>
      </p:sp>
    </p:spTree>
    <p:extLst>
      <p:ext uri="{BB962C8B-B14F-4D97-AF65-F5344CB8AC3E}">
        <p14:creationId xmlns:p14="http://schemas.microsoft.com/office/powerpoint/2010/main" val="28875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n 7">
            <a:extLst>
              <a:ext uri="{FF2B5EF4-FFF2-40B4-BE49-F238E27FC236}">
                <a16:creationId xmlns:a16="http://schemas.microsoft.com/office/drawing/2014/main" id="{E8621B30-2ED6-DF0C-7622-BD044C24EC5C}"/>
              </a:ext>
            </a:extLst>
          </p:cNvPr>
          <p:cNvSpPr/>
          <p:nvPr/>
        </p:nvSpPr>
        <p:spPr>
          <a:xfrm>
            <a:off x="1429572" y="898590"/>
            <a:ext cx="1130157" cy="231168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9F55D1-2B44-98A4-86DB-3C561F5CA813}"/>
              </a:ext>
            </a:extLst>
          </p:cNvPr>
          <p:cNvSpPr/>
          <p:nvPr/>
        </p:nvSpPr>
        <p:spPr>
          <a:xfrm>
            <a:off x="2426165" y="1227364"/>
            <a:ext cx="133564" cy="2157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94847DE1-84B8-F59F-D29D-6CF69AD26BDC}"/>
              </a:ext>
            </a:extLst>
          </p:cNvPr>
          <p:cNvSpPr/>
          <p:nvPr/>
        </p:nvSpPr>
        <p:spPr>
          <a:xfrm rot="5400000">
            <a:off x="1873074" y="811261"/>
            <a:ext cx="15925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an 54">
            <a:extLst>
              <a:ext uri="{FF2B5EF4-FFF2-40B4-BE49-F238E27FC236}">
                <a16:creationId xmlns:a16="http://schemas.microsoft.com/office/drawing/2014/main" id="{77F4E752-6D66-1ED6-1D92-0B218191BEA0}"/>
              </a:ext>
            </a:extLst>
          </p:cNvPr>
          <p:cNvSpPr/>
          <p:nvPr/>
        </p:nvSpPr>
        <p:spPr>
          <a:xfrm>
            <a:off x="5636696" y="1102983"/>
            <a:ext cx="1130157" cy="231168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F5AD62F-AFE1-D7FF-7549-50A3F33F8043}"/>
              </a:ext>
            </a:extLst>
          </p:cNvPr>
          <p:cNvSpPr/>
          <p:nvPr/>
        </p:nvSpPr>
        <p:spPr>
          <a:xfrm>
            <a:off x="6633289" y="1431757"/>
            <a:ext cx="133564" cy="2157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an 56">
            <a:extLst>
              <a:ext uri="{FF2B5EF4-FFF2-40B4-BE49-F238E27FC236}">
                <a16:creationId xmlns:a16="http://schemas.microsoft.com/office/drawing/2014/main" id="{75FB72DD-3F42-7FA8-5730-6243F92DEA76}"/>
              </a:ext>
            </a:extLst>
          </p:cNvPr>
          <p:cNvSpPr/>
          <p:nvPr/>
        </p:nvSpPr>
        <p:spPr>
          <a:xfrm rot="5400000">
            <a:off x="6080198" y="1015654"/>
            <a:ext cx="15925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an 57">
            <a:extLst>
              <a:ext uri="{FF2B5EF4-FFF2-40B4-BE49-F238E27FC236}">
                <a16:creationId xmlns:a16="http://schemas.microsoft.com/office/drawing/2014/main" id="{F5C012AE-A93E-59B2-31C5-D61B07780EDA}"/>
              </a:ext>
            </a:extLst>
          </p:cNvPr>
          <p:cNvSpPr/>
          <p:nvPr/>
        </p:nvSpPr>
        <p:spPr>
          <a:xfrm rot="5400000">
            <a:off x="7109282" y="1015654"/>
            <a:ext cx="15925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Bent Arrow 59">
            <a:extLst>
              <a:ext uri="{FF2B5EF4-FFF2-40B4-BE49-F238E27FC236}">
                <a16:creationId xmlns:a16="http://schemas.microsoft.com/office/drawing/2014/main" id="{25D90787-2253-35EC-67AF-845CB868B532}"/>
              </a:ext>
            </a:extLst>
          </p:cNvPr>
          <p:cNvSpPr/>
          <p:nvPr/>
        </p:nvSpPr>
        <p:spPr>
          <a:xfrm rot="16200000">
            <a:off x="5089743" y="1069977"/>
            <a:ext cx="602903" cy="491006"/>
          </a:xfrm>
          <a:prstGeom prst="bentArrow">
            <a:avLst>
              <a:gd name="adj1" fmla="val 28236"/>
              <a:gd name="adj2" fmla="val 14118"/>
              <a:gd name="adj3" fmla="val 0"/>
              <a:gd name="adj4" fmla="val 202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Bent Arrow 60">
            <a:extLst>
              <a:ext uri="{FF2B5EF4-FFF2-40B4-BE49-F238E27FC236}">
                <a16:creationId xmlns:a16="http://schemas.microsoft.com/office/drawing/2014/main" id="{43DD9AC3-9E22-840D-FA89-1E2382C4B8A1}"/>
              </a:ext>
            </a:extLst>
          </p:cNvPr>
          <p:cNvSpPr/>
          <p:nvPr/>
        </p:nvSpPr>
        <p:spPr>
          <a:xfrm>
            <a:off x="5146627" y="765900"/>
            <a:ext cx="611983" cy="705019"/>
          </a:xfrm>
          <a:prstGeom prst="bentArrow">
            <a:avLst>
              <a:gd name="adj1" fmla="val 22406"/>
              <a:gd name="adj2" fmla="val 11433"/>
              <a:gd name="adj3" fmla="val 0"/>
              <a:gd name="adj4" fmla="val 202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0769EFD-CBD9-772E-6E20-C10166059CE0}"/>
              </a:ext>
            </a:extLst>
          </p:cNvPr>
          <p:cNvSpPr/>
          <p:nvPr/>
        </p:nvSpPr>
        <p:spPr>
          <a:xfrm>
            <a:off x="5153337" y="992465"/>
            <a:ext cx="120824" cy="514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1B73B50-7DA8-BDF4-5D33-494EC43C2E6D}"/>
              </a:ext>
            </a:extLst>
          </p:cNvPr>
          <p:cNvSpPr/>
          <p:nvPr/>
        </p:nvSpPr>
        <p:spPr>
          <a:xfrm rot="5400000">
            <a:off x="6116124" y="387852"/>
            <a:ext cx="136800" cy="89753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Bent Arrow 69">
            <a:extLst>
              <a:ext uri="{FF2B5EF4-FFF2-40B4-BE49-F238E27FC236}">
                <a16:creationId xmlns:a16="http://schemas.microsoft.com/office/drawing/2014/main" id="{C08D5C8B-9695-0AD8-155D-AA82C9600991}"/>
              </a:ext>
            </a:extLst>
          </p:cNvPr>
          <p:cNvSpPr/>
          <p:nvPr/>
        </p:nvSpPr>
        <p:spPr>
          <a:xfrm flipH="1">
            <a:off x="6514870" y="765872"/>
            <a:ext cx="611983" cy="705019"/>
          </a:xfrm>
          <a:prstGeom prst="bentArrow">
            <a:avLst>
              <a:gd name="adj1" fmla="val 22406"/>
              <a:gd name="adj2" fmla="val 11433"/>
              <a:gd name="adj3" fmla="val 0"/>
              <a:gd name="adj4" fmla="val 202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5BDFC04-28F1-0E57-82CF-DB4DDD98DBF7}"/>
              </a:ext>
            </a:extLst>
          </p:cNvPr>
          <p:cNvSpPr/>
          <p:nvPr/>
        </p:nvSpPr>
        <p:spPr>
          <a:xfrm rot="5400000">
            <a:off x="5991833" y="151767"/>
            <a:ext cx="120824" cy="13711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9835F5F-9E2A-31C3-EA30-08048D29EF7F}"/>
              </a:ext>
            </a:extLst>
          </p:cNvPr>
          <p:cNvSpPr/>
          <p:nvPr/>
        </p:nvSpPr>
        <p:spPr>
          <a:xfrm>
            <a:off x="6995915" y="1001946"/>
            <a:ext cx="125999" cy="6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91DED5-92D2-FC81-2F79-A4DB3AF6AD14}"/>
              </a:ext>
            </a:extLst>
          </p:cNvPr>
          <p:cNvSpPr txBox="1"/>
          <p:nvPr/>
        </p:nvSpPr>
        <p:spPr>
          <a:xfrm>
            <a:off x="803276" y="287645"/>
            <a:ext cx="3466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Option 1</a:t>
            </a:r>
            <a:r>
              <a:rPr lang="en-US"/>
              <a:t>: (1) 1.5” inlet = 1.75 sq in.</a:t>
            </a:r>
          </a:p>
          <a:p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3C6DB0-F649-16BD-BFF7-CDF0AD0543E8}"/>
              </a:ext>
            </a:extLst>
          </p:cNvPr>
          <p:cNvSpPr txBox="1"/>
          <p:nvPr/>
        </p:nvSpPr>
        <p:spPr>
          <a:xfrm>
            <a:off x="4930773" y="302959"/>
            <a:ext cx="34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Option 2</a:t>
            </a:r>
            <a:r>
              <a:rPr lang="en-US"/>
              <a:t>: (2) 1.5” inlets = 3.5 sq in.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AA1DF86-084C-217B-FFB9-A6C5D7836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76" y="3784865"/>
            <a:ext cx="3439724" cy="2274145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C4354B78-ED09-3CCA-3E25-56D9FF5601F1}"/>
              </a:ext>
            </a:extLst>
          </p:cNvPr>
          <p:cNvSpPr txBox="1"/>
          <p:nvPr/>
        </p:nvSpPr>
        <p:spPr>
          <a:xfrm>
            <a:off x="803276" y="3443332"/>
            <a:ext cx="3363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Option 3</a:t>
            </a:r>
            <a:r>
              <a:rPr lang="en-US"/>
              <a:t>: Vaughn Flute = 1.9 sq in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42DEB04-0D92-357D-BBA4-322F6FE2E3A3}"/>
              </a:ext>
            </a:extLst>
          </p:cNvPr>
          <p:cNvSpPr txBox="1"/>
          <p:nvPr/>
        </p:nvSpPr>
        <p:spPr>
          <a:xfrm>
            <a:off x="4572000" y="4409113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(5) .7” holes = 1.9 sq in</a:t>
            </a:r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252E78FA-8188-2B14-DBA1-4C7CCC93440C}"/>
              </a:ext>
            </a:extLst>
          </p:cNvPr>
          <p:cNvSpPr/>
          <p:nvPr/>
        </p:nvSpPr>
        <p:spPr>
          <a:xfrm rot="5400000">
            <a:off x="2917443" y="811262"/>
            <a:ext cx="15925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A7B67-A692-0B59-E436-4FF860085627}"/>
              </a:ext>
            </a:extLst>
          </p:cNvPr>
          <p:cNvSpPr txBox="1"/>
          <p:nvPr/>
        </p:nvSpPr>
        <p:spPr>
          <a:xfrm>
            <a:off x="3488263" y="1219199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1.5”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86660-B113-476D-E674-D7981B364E69}"/>
              </a:ext>
            </a:extLst>
          </p:cNvPr>
          <p:cNvSpPr txBox="1"/>
          <p:nvPr/>
        </p:nvSpPr>
        <p:spPr>
          <a:xfrm>
            <a:off x="7699993" y="1408830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1.5”</a:t>
            </a:r>
          </a:p>
        </p:txBody>
      </p:sp>
    </p:spTree>
    <p:extLst>
      <p:ext uri="{BB962C8B-B14F-4D97-AF65-F5344CB8AC3E}">
        <p14:creationId xmlns:p14="http://schemas.microsoft.com/office/powerpoint/2010/main" val="263018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n 7">
            <a:extLst>
              <a:ext uri="{FF2B5EF4-FFF2-40B4-BE49-F238E27FC236}">
                <a16:creationId xmlns:a16="http://schemas.microsoft.com/office/drawing/2014/main" id="{E8621B30-2ED6-DF0C-7622-BD044C24EC5C}"/>
              </a:ext>
            </a:extLst>
          </p:cNvPr>
          <p:cNvSpPr/>
          <p:nvPr/>
        </p:nvSpPr>
        <p:spPr>
          <a:xfrm>
            <a:off x="1588828" y="2297335"/>
            <a:ext cx="1130157" cy="231168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9F55D1-2B44-98A4-86DB-3C561F5CA813}"/>
              </a:ext>
            </a:extLst>
          </p:cNvPr>
          <p:cNvSpPr/>
          <p:nvPr/>
        </p:nvSpPr>
        <p:spPr>
          <a:xfrm>
            <a:off x="2585421" y="2626109"/>
            <a:ext cx="133564" cy="28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94847DE1-84B8-F59F-D29D-6CF69AD26BDC}"/>
              </a:ext>
            </a:extLst>
          </p:cNvPr>
          <p:cNvSpPr/>
          <p:nvPr/>
        </p:nvSpPr>
        <p:spPr>
          <a:xfrm rot="5400000">
            <a:off x="2003955" y="2238381"/>
            <a:ext cx="21600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an 54">
            <a:extLst>
              <a:ext uri="{FF2B5EF4-FFF2-40B4-BE49-F238E27FC236}">
                <a16:creationId xmlns:a16="http://schemas.microsoft.com/office/drawing/2014/main" id="{77F4E752-6D66-1ED6-1D92-0B218191BEA0}"/>
              </a:ext>
            </a:extLst>
          </p:cNvPr>
          <p:cNvSpPr/>
          <p:nvPr/>
        </p:nvSpPr>
        <p:spPr>
          <a:xfrm>
            <a:off x="5972670" y="2500856"/>
            <a:ext cx="1130157" cy="231168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F5AD62F-AFE1-D7FF-7549-50A3F33F8043}"/>
              </a:ext>
            </a:extLst>
          </p:cNvPr>
          <p:cNvSpPr/>
          <p:nvPr/>
        </p:nvSpPr>
        <p:spPr>
          <a:xfrm>
            <a:off x="6969263" y="2829630"/>
            <a:ext cx="133564" cy="2157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an 56">
            <a:extLst>
              <a:ext uri="{FF2B5EF4-FFF2-40B4-BE49-F238E27FC236}">
                <a16:creationId xmlns:a16="http://schemas.microsoft.com/office/drawing/2014/main" id="{75FB72DD-3F42-7FA8-5730-6243F92DEA76}"/>
              </a:ext>
            </a:extLst>
          </p:cNvPr>
          <p:cNvSpPr/>
          <p:nvPr/>
        </p:nvSpPr>
        <p:spPr>
          <a:xfrm rot="5400000">
            <a:off x="6387797" y="2441902"/>
            <a:ext cx="21600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an 57">
            <a:extLst>
              <a:ext uri="{FF2B5EF4-FFF2-40B4-BE49-F238E27FC236}">
                <a16:creationId xmlns:a16="http://schemas.microsoft.com/office/drawing/2014/main" id="{F5C012AE-A93E-59B2-31C5-D61B07780EDA}"/>
              </a:ext>
            </a:extLst>
          </p:cNvPr>
          <p:cNvSpPr/>
          <p:nvPr/>
        </p:nvSpPr>
        <p:spPr>
          <a:xfrm rot="5400000">
            <a:off x="7416881" y="2441902"/>
            <a:ext cx="21600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Bent Arrow 59">
            <a:extLst>
              <a:ext uri="{FF2B5EF4-FFF2-40B4-BE49-F238E27FC236}">
                <a16:creationId xmlns:a16="http://schemas.microsoft.com/office/drawing/2014/main" id="{25D90787-2253-35EC-67AF-845CB868B532}"/>
              </a:ext>
            </a:extLst>
          </p:cNvPr>
          <p:cNvSpPr/>
          <p:nvPr/>
        </p:nvSpPr>
        <p:spPr>
          <a:xfrm rot="5400000" flipV="1">
            <a:off x="5226161" y="2118506"/>
            <a:ext cx="749740" cy="743283"/>
          </a:xfrm>
          <a:prstGeom prst="bentArrow">
            <a:avLst>
              <a:gd name="adj1" fmla="val 28236"/>
              <a:gd name="adj2" fmla="val 14118"/>
              <a:gd name="adj3" fmla="val 0"/>
              <a:gd name="adj4" fmla="val 202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1B73B50-7DA8-BDF4-5D33-494EC43C2E6D}"/>
              </a:ext>
            </a:extLst>
          </p:cNvPr>
          <p:cNvSpPr/>
          <p:nvPr/>
        </p:nvSpPr>
        <p:spPr>
          <a:xfrm rot="5400000">
            <a:off x="6305002" y="1770457"/>
            <a:ext cx="208800" cy="89753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9835F5F-9E2A-31C3-EA30-08048D29EF7F}"/>
              </a:ext>
            </a:extLst>
          </p:cNvPr>
          <p:cNvSpPr/>
          <p:nvPr/>
        </p:nvSpPr>
        <p:spPr>
          <a:xfrm>
            <a:off x="7331889" y="2399819"/>
            <a:ext cx="125999" cy="6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91DED5-92D2-FC81-2F79-A4DB3AF6AD14}"/>
              </a:ext>
            </a:extLst>
          </p:cNvPr>
          <p:cNvSpPr txBox="1"/>
          <p:nvPr/>
        </p:nvSpPr>
        <p:spPr>
          <a:xfrm>
            <a:off x="962532" y="1686390"/>
            <a:ext cx="33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Option 4</a:t>
            </a:r>
            <a:r>
              <a:rPr lang="en-US"/>
              <a:t>: (1) 2” inlet =  3.14 sq in.</a:t>
            </a:r>
          </a:p>
          <a:p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3C6DB0-F649-16BD-BFF7-CDF0AD0543E8}"/>
              </a:ext>
            </a:extLst>
          </p:cNvPr>
          <p:cNvSpPr txBox="1"/>
          <p:nvPr/>
        </p:nvSpPr>
        <p:spPr>
          <a:xfrm>
            <a:off x="5266747" y="1700832"/>
            <a:ext cx="3396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Option 5</a:t>
            </a:r>
            <a:r>
              <a:rPr lang="en-US"/>
              <a:t>: (2) 2” inlets = 6.28 sq in.</a:t>
            </a:r>
          </a:p>
        </p:txBody>
      </p:sp>
      <p:sp>
        <p:nvSpPr>
          <p:cNvPr id="109" name="Bent Arrow 108">
            <a:extLst>
              <a:ext uri="{FF2B5EF4-FFF2-40B4-BE49-F238E27FC236}">
                <a16:creationId xmlns:a16="http://schemas.microsoft.com/office/drawing/2014/main" id="{6B011DA4-FAC9-8E2F-0591-0B2B7DC94E91}"/>
              </a:ext>
            </a:extLst>
          </p:cNvPr>
          <p:cNvSpPr/>
          <p:nvPr/>
        </p:nvSpPr>
        <p:spPr>
          <a:xfrm rot="16200000">
            <a:off x="5228925" y="2330577"/>
            <a:ext cx="749740" cy="743283"/>
          </a:xfrm>
          <a:prstGeom prst="bentArrow">
            <a:avLst>
              <a:gd name="adj1" fmla="val 28236"/>
              <a:gd name="adj2" fmla="val 14118"/>
              <a:gd name="adj3" fmla="val 0"/>
              <a:gd name="adj4" fmla="val 202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Bent Arrow 109">
            <a:extLst>
              <a:ext uri="{FF2B5EF4-FFF2-40B4-BE49-F238E27FC236}">
                <a16:creationId xmlns:a16="http://schemas.microsoft.com/office/drawing/2014/main" id="{5DFB1EDA-F1A5-D07F-39E7-50ECDF99CD68}"/>
              </a:ext>
            </a:extLst>
          </p:cNvPr>
          <p:cNvSpPr/>
          <p:nvPr/>
        </p:nvSpPr>
        <p:spPr>
          <a:xfrm rot="16200000" flipH="1" flipV="1">
            <a:off x="6736518" y="2118466"/>
            <a:ext cx="749740" cy="743283"/>
          </a:xfrm>
          <a:prstGeom prst="bentArrow">
            <a:avLst>
              <a:gd name="adj1" fmla="val 28236"/>
              <a:gd name="adj2" fmla="val 14118"/>
              <a:gd name="adj3" fmla="val 0"/>
              <a:gd name="adj4" fmla="val 202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5BDFC04-28F1-0E57-82CF-DB4DDD98DBF7}"/>
              </a:ext>
            </a:extLst>
          </p:cNvPr>
          <p:cNvSpPr/>
          <p:nvPr/>
        </p:nvSpPr>
        <p:spPr>
          <a:xfrm rot="5400000">
            <a:off x="6297408" y="1534459"/>
            <a:ext cx="194400" cy="13711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0769EFD-CBD9-772E-6E20-C10166059CE0}"/>
              </a:ext>
            </a:extLst>
          </p:cNvPr>
          <p:cNvSpPr/>
          <p:nvPr/>
        </p:nvSpPr>
        <p:spPr>
          <a:xfrm>
            <a:off x="5241132" y="2254461"/>
            <a:ext cx="192794" cy="655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032F15D-5807-FE82-A5D6-3145E0CED37A}"/>
              </a:ext>
            </a:extLst>
          </p:cNvPr>
          <p:cNvSpPr txBox="1"/>
          <p:nvPr/>
        </p:nvSpPr>
        <p:spPr>
          <a:xfrm>
            <a:off x="8021311" y="2829630"/>
            <a:ext cx="309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2”</a:t>
            </a:r>
          </a:p>
        </p:txBody>
      </p:sp>
      <p:sp>
        <p:nvSpPr>
          <p:cNvPr id="114" name="Can 113">
            <a:extLst>
              <a:ext uri="{FF2B5EF4-FFF2-40B4-BE49-F238E27FC236}">
                <a16:creationId xmlns:a16="http://schemas.microsoft.com/office/drawing/2014/main" id="{D1954A6A-2985-85BF-23E8-0B26DD5B4842}"/>
              </a:ext>
            </a:extLst>
          </p:cNvPr>
          <p:cNvSpPr/>
          <p:nvPr/>
        </p:nvSpPr>
        <p:spPr>
          <a:xfrm rot="5400000">
            <a:off x="3021711" y="2238381"/>
            <a:ext cx="216000" cy="10633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63A4606-8B33-39EF-5E4B-14E0FA6B2D4A}"/>
              </a:ext>
            </a:extLst>
          </p:cNvPr>
          <p:cNvSpPr txBox="1"/>
          <p:nvPr/>
        </p:nvSpPr>
        <p:spPr>
          <a:xfrm>
            <a:off x="3626141" y="2626109"/>
            <a:ext cx="309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2”</a:t>
            </a:r>
          </a:p>
        </p:txBody>
      </p:sp>
    </p:spTree>
    <p:extLst>
      <p:ext uri="{BB962C8B-B14F-4D97-AF65-F5344CB8AC3E}">
        <p14:creationId xmlns:p14="http://schemas.microsoft.com/office/powerpoint/2010/main" val="195610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n 10">
            <a:extLst>
              <a:ext uri="{FF2B5EF4-FFF2-40B4-BE49-F238E27FC236}">
                <a16:creationId xmlns:a16="http://schemas.microsoft.com/office/drawing/2014/main" id="{59538703-B5D3-435E-D7E1-2E0270C5FE77}"/>
              </a:ext>
            </a:extLst>
          </p:cNvPr>
          <p:cNvSpPr/>
          <p:nvPr/>
        </p:nvSpPr>
        <p:spPr>
          <a:xfrm rot="5400000">
            <a:off x="4564421" y="1079192"/>
            <a:ext cx="439099" cy="8545554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F9A49F-597A-3FA1-8CD6-187C690BD95F}"/>
              </a:ext>
            </a:extLst>
          </p:cNvPr>
          <p:cNvSpPr/>
          <p:nvPr/>
        </p:nvSpPr>
        <p:spPr>
          <a:xfrm>
            <a:off x="782619" y="5225156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722376-9E5F-54D8-D4CD-300074449EA9}"/>
              </a:ext>
            </a:extLst>
          </p:cNvPr>
          <p:cNvSpPr txBox="1"/>
          <p:nvPr/>
        </p:nvSpPr>
        <p:spPr>
          <a:xfrm>
            <a:off x="0" y="3976469"/>
            <a:ext cx="932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Option 5</a:t>
            </a:r>
            <a:r>
              <a:rPr lang="en-US"/>
              <a:t>: Moscone-made flute with 12 holes, increasing in size, spaced 2” on center = 7.31 sq in. </a:t>
            </a:r>
          </a:p>
          <a:p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80A6FDF-38C6-6EB1-08AD-B5A6E7BC671B}"/>
              </a:ext>
            </a:extLst>
          </p:cNvPr>
          <p:cNvCxnSpPr>
            <a:cxnSpLocks/>
          </p:cNvCxnSpPr>
          <p:nvPr/>
        </p:nvCxnSpPr>
        <p:spPr>
          <a:xfrm>
            <a:off x="917619" y="5039980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698A22-C924-5232-B5B0-A9EB111BE879}"/>
              </a:ext>
            </a:extLst>
          </p:cNvPr>
          <p:cNvSpPr txBox="1"/>
          <p:nvPr/>
        </p:nvSpPr>
        <p:spPr>
          <a:xfrm>
            <a:off x="1142619" y="4775239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2”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0E6C54B-2D72-F033-E320-FB56851BCEB4}"/>
              </a:ext>
            </a:extLst>
          </p:cNvPr>
          <p:cNvSpPr/>
          <p:nvPr/>
        </p:nvSpPr>
        <p:spPr>
          <a:xfrm>
            <a:off x="1479047" y="5225156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EEAFA1-AF6D-2BAA-7D99-9DCFB0069536}"/>
              </a:ext>
            </a:extLst>
          </p:cNvPr>
          <p:cNvSpPr/>
          <p:nvPr/>
        </p:nvSpPr>
        <p:spPr>
          <a:xfrm>
            <a:off x="2175475" y="5225156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F5D37BA-EC57-8E49-5187-3249C69E3160}"/>
              </a:ext>
            </a:extLst>
          </p:cNvPr>
          <p:cNvSpPr/>
          <p:nvPr/>
        </p:nvSpPr>
        <p:spPr>
          <a:xfrm>
            <a:off x="2871903" y="5225156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7B7A219-932B-1C57-B4CA-73BBA191787E}"/>
              </a:ext>
            </a:extLst>
          </p:cNvPr>
          <p:cNvSpPr/>
          <p:nvPr/>
        </p:nvSpPr>
        <p:spPr>
          <a:xfrm>
            <a:off x="3568331" y="5201756"/>
            <a:ext cx="316800" cy="31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31D4FE3-24BB-2554-AF41-0CB3E7D3043A}"/>
              </a:ext>
            </a:extLst>
          </p:cNvPr>
          <p:cNvSpPr/>
          <p:nvPr/>
        </p:nvSpPr>
        <p:spPr>
          <a:xfrm>
            <a:off x="4264759" y="5201756"/>
            <a:ext cx="316800" cy="31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52D491F-3C71-1152-BE6C-10F83EDD3C41}"/>
              </a:ext>
            </a:extLst>
          </p:cNvPr>
          <p:cNvSpPr/>
          <p:nvPr/>
        </p:nvSpPr>
        <p:spPr>
          <a:xfrm>
            <a:off x="4961187" y="5201756"/>
            <a:ext cx="316800" cy="31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81A5427-9969-F094-6676-37F0AE117A15}"/>
              </a:ext>
            </a:extLst>
          </p:cNvPr>
          <p:cNvSpPr/>
          <p:nvPr/>
        </p:nvSpPr>
        <p:spPr>
          <a:xfrm>
            <a:off x="5657615" y="5201756"/>
            <a:ext cx="316800" cy="31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5439926-93A5-32F8-EE2D-EA33B6B8CF58}"/>
              </a:ext>
            </a:extLst>
          </p:cNvPr>
          <p:cNvSpPr/>
          <p:nvPr/>
        </p:nvSpPr>
        <p:spPr>
          <a:xfrm>
            <a:off x="6354043" y="5180156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AB7EA6D-E283-C5A3-83FF-40665BE38BC5}"/>
              </a:ext>
            </a:extLst>
          </p:cNvPr>
          <p:cNvSpPr/>
          <p:nvPr/>
        </p:nvSpPr>
        <p:spPr>
          <a:xfrm>
            <a:off x="7050471" y="5180156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A57EC8-FEE7-EFDE-AEA0-EDAA15BDAF75}"/>
              </a:ext>
            </a:extLst>
          </p:cNvPr>
          <p:cNvSpPr/>
          <p:nvPr/>
        </p:nvSpPr>
        <p:spPr>
          <a:xfrm>
            <a:off x="7746899" y="5180156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1D62A49-B60F-31B0-1F32-01E95C784BB6}"/>
              </a:ext>
            </a:extLst>
          </p:cNvPr>
          <p:cNvSpPr/>
          <p:nvPr/>
        </p:nvSpPr>
        <p:spPr>
          <a:xfrm>
            <a:off x="8443323" y="5180156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A5CC365-7A8A-220C-7D90-7EC92FC5DF87}"/>
              </a:ext>
            </a:extLst>
          </p:cNvPr>
          <p:cNvCxnSpPr>
            <a:cxnSpLocks/>
          </p:cNvCxnSpPr>
          <p:nvPr/>
        </p:nvCxnSpPr>
        <p:spPr>
          <a:xfrm flipV="1">
            <a:off x="423627" y="5083016"/>
            <a:ext cx="0" cy="54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5E779A1-5F90-82CD-679B-6DE6FE7155B7}"/>
              </a:ext>
            </a:extLst>
          </p:cNvPr>
          <p:cNvSpPr txBox="1"/>
          <p:nvPr/>
        </p:nvSpPr>
        <p:spPr>
          <a:xfrm>
            <a:off x="0" y="5198080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1.5”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B6844A-619B-854D-75CD-708B96A33137}"/>
              </a:ext>
            </a:extLst>
          </p:cNvPr>
          <p:cNvSpPr txBox="1"/>
          <p:nvPr/>
        </p:nvSpPr>
        <p:spPr>
          <a:xfrm>
            <a:off x="709778" y="5237520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.75”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54BF5F-6EEE-F29F-B813-C9F6B2966C9C}"/>
              </a:ext>
            </a:extLst>
          </p:cNvPr>
          <p:cNvSpPr txBox="1"/>
          <p:nvPr/>
        </p:nvSpPr>
        <p:spPr>
          <a:xfrm>
            <a:off x="3488651" y="5237520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.875”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326D5C-43B0-5B6A-948C-B3EBDF909117}"/>
              </a:ext>
            </a:extLst>
          </p:cNvPr>
          <p:cNvSpPr txBox="1"/>
          <p:nvPr/>
        </p:nvSpPr>
        <p:spPr>
          <a:xfrm>
            <a:off x="4190592" y="5237520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.875”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5D0FF4-946E-40F9-1FD2-479E6F8E4E69}"/>
              </a:ext>
            </a:extLst>
          </p:cNvPr>
          <p:cNvSpPr txBox="1"/>
          <p:nvPr/>
        </p:nvSpPr>
        <p:spPr>
          <a:xfrm>
            <a:off x="4892533" y="5237520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.875”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55C81F-7D8A-C081-270A-BD571F775A9D}"/>
              </a:ext>
            </a:extLst>
          </p:cNvPr>
          <p:cNvSpPr txBox="1"/>
          <p:nvPr/>
        </p:nvSpPr>
        <p:spPr>
          <a:xfrm>
            <a:off x="5594474" y="5237520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.875”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F5E290-BB8A-E45F-C729-E1AC1B9FCEA3}"/>
              </a:ext>
            </a:extLst>
          </p:cNvPr>
          <p:cNvSpPr txBox="1"/>
          <p:nvPr/>
        </p:nvSpPr>
        <p:spPr>
          <a:xfrm>
            <a:off x="6378607" y="5237520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1”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DA088F-D8CB-2DD4-E7AB-88808870D579}"/>
              </a:ext>
            </a:extLst>
          </p:cNvPr>
          <p:cNvSpPr txBox="1"/>
          <p:nvPr/>
        </p:nvSpPr>
        <p:spPr>
          <a:xfrm>
            <a:off x="7080548" y="5237520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1”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B524FF-F41C-D068-EBE6-0399195F2FCE}"/>
              </a:ext>
            </a:extLst>
          </p:cNvPr>
          <p:cNvSpPr txBox="1"/>
          <p:nvPr/>
        </p:nvSpPr>
        <p:spPr>
          <a:xfrm>
            <a:off x="7782489" y="5237520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1”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3637CB-9737-F6F2-745C-ED3BE7F4C89F}"/>
              </a:ext>
            </a:extLst>
          </p:cNvPr>
          <p:cNvSpPr txBox="1"/>
          <p:nvPr/>
        </p:nvSpPr>
        <p:spPr>
          <a:xfrm>
            <a:off x="8484430" y="5237520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1”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D1B8F5-0E45-5162-A81F-6BDC4B5E1A11}"/>
              </a:ext>
            </a:extLst>
          </p:cNvPr>
          <p:cNvSpPr txBox="1"/>
          <p:nvPr/>
        </p:nvSpPr>
        <p:spPr>
          <a:xfrm>
            <a:off x="1396432" y="5237520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.75”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221E97-577D-121B-4EB5-DBDA6495DDC9}"/>
              </a:ext>
            </a:extLst>
          </p:cNvPr>
          <p:cNvSpPr txBox="1"/>
          <p:nvPr/>
        </p:nvSpPr>
        <p:spPr>
          <a:xfrm>
            <a:off x="2103634" y="5237520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.75”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63F361-4619-B30D-1CCB-855DEB161B9F}"/>
              </a:ext>
            </a:extLst>
          </p:cNvPr>
          <p:cNvSpPr txBox="1"/>
          <p:nvPr/>
        </p:nvSpPr>
        <p:spPr>
          <a:xfrm>
            <a:off x="2810836" y="5237520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.75”</a:t>
            </a:r>
          </a:p>
        </p:txBody>
      </p:sp>
      <p:sp>
        <p:nvSpPr>
          <p:cNvPr id="74" name="Can 73">
            <a:extLst>
              <a:ext uri="{FF2B5EF4-FFF2-40B4-BE49-F238E27FC236}">
                <a16:creationId xmlns:a16="http://schemas.microsoft.com/office/drawing/2014/main" id="{9CC8E04A-E846-3E2B-5C49-C08BFF888CBF}"/>
              </a:ext>
            </a:extLst>
          </p:cNvPr>
          <p:cNvSpPr/>
          <p:nvPr/>
        </p:nvSpPr>
        <p:spPr>
          <a:xfrm rot="5400000">
            <a:off x="4519031" y="-2402541"/>
            <a:ext cx="439099" cy="8545554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47A6109-D212-466E-7A90-DC1312A62FAF}"/>
              </a:ext>
            </a:extLst>
          </p:cNvPr>
          <p:cNvCxnSpPr>
            <a:cxnSpLocks/>
          </p:cNvCxnSpPr>
          <p:nvPr/>
        </p:nvCxnSpPr>
        <p:spPr>
          <a:xfrm>
            <a:off x="559235" y="2245193"/>
            <a:ext cx="835868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65BA2587-A51B-51A8-35D0-4B5CFADCA5D7}"/>
              </a:ext>
            </a:extLst>
          </p:cNvPr>
          <p:cNvSpPr/>
          <p:nvPr/>
        </p:nvSpPr>
        <p:spPr>
          <a:xfrm>
            <a:off x="737229" y="1743423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9B30E53-000F-A57F-8FAA-409FA733721F}"/>
              </a:ext>
            </a:extLst>
          </p:cNvPr>
          <p:cNvSpPr txBox="1"/>
          <p:nvPr/>
        </p:nvSpPr>
        <p:spPr>
          <a:xfrm>
            <a:off x="4482740" y="2216869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24”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71FB01F-E292-F8FB-607B-67AFF637C5BD}"/>
              </a:ext>
            </a:extLst>
          </p:cNvPr>
          <p:cNvSpPr txBox="1"/>
          <p:nvPr/>
        </p:nvSpPr>
        <p:spPr>
          <a:xfrm>
            <a:off x="848176" y="767833"/>
            <a:ext cx="7696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Option 4</a:t>
            </a:r>
            <a:r>
              <a:rPr lang="en-US"/>
              <a:t>: Moscone-made flute with 12 1” holes spaced 2” on center = 9.42 sq in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F204672-5662-5745-0C65-6DDAAC33003E}"/>
              </a:ext>
            </a:extLst>
          </p:cNvPr>
          <p:cNvCxnSpPr>
            <a:cxnSpLocks/>
          </p:cNvCxnSpPr>
          <p:nvPr/>
        </p:nvCxnSpPr>
        <p:spPr>
          <a:xfrm>
            <a:off x="872229" y="1558247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355C400-BD04-2E5B-B464-A83AA926888B}"/>
              </a:ext>
            </a:extLst>
          </p:cNvPr>
          <p:cNvSpPr txBox="1"/>
          <p:nvPr/>
        </p:nvSpPr>
        <p:spPr>
          <a:xfrm>
            <a:off x="1097229" y="1293506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2”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1F27DDC-A423-15A1-8684-AA0B00D377FE}"/>
              </a:ext>
            </a:extLst>
          </p:cNvPr>
          <p:cNvSpPr/>
          <p:nvPr/>
        </p:nvSpPr>
        <p:spPr>
          <a:xfrm>
            <a:off x="1433657" y="1743423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256B9DB-A037-5F6D-1BD4-0B8D50958007}"/>
              </a:ext>
            </a:extLst>
          </p:cNvPr>
          <p:cNvSpPr/>
          <p:nvPr/>
        </p:nvSpPr>
        <p:spPr>
          <a:xfrm>
            <a:off x="2130085" y="1743423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8D44C6C-A68C-B1A5-88BA-E3E2F9BEEA71}"/>
              </a:ext>
            </a:extLst>
          </p:cNvPr>
          <p:cNvSpPr/>
          <p:nvPr/>
        </p:nvSpPr>
        <p:spPr>
          <a:xfrm>
            <a:off x="2826513" y="1743423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B45DA14-3706-C82D-4160-510A18D6CABF}"/>
              </a:ext>
            </a:extLst>
          </p:cNvPr>
          <p:cNvSpPr/>
          <p:nvPr/>
        </p:nvSpPr>
        <p:spPr>
          <a:xfrm>
            <a:off x="3522941" y="1720023"/>
            <a:ext cx="316800" cy="31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B337642-3C04-6DAD-904A-050E208DA5D6}"/>
              </a:ext>
            </a:extLst>
          </p:cNvPr>
          <p:cNvSpPr/>
          <p:nvPr/>
        </p:nvSpPr>
        <p:spPr>
          <a:xfrm>
            <a:off x="4219369" y="1720023"/>
            <a:ext cx="316800" cy="31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3468185-E03E-E94F-3349-2C7CA8D5D69D}"/>
              </a:ext>
            </a:extLst>
          </p:cNvPr>
          <p:cNvSpPr/>
          <p:nvPr/>
        </p:nvSpPr>
        <p:spPr>
          <a:xfrm>
            <a:off x="4915797" y="1720023"/>
            <a:ext cx="316800" cy="31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8FAF2AE-2BE6-7A48-9516-133574CDF87A}"/>
              </a:ext>
            </a:extLst>
          </p:cNvPr>
          <p:cNvSpPr/>
          <p:nvPr/>
        </p:nvSpPr>
        <p:spPr>
          <a:xfrm>
            <a:off x="5612225" y="1720023"/>
            <a:ext cx="316800" cy="31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911FF8E-43A4-83C8-53A4-A4D39B5A2B3B}"/>
              </a:ext>
            </a:extLst>
          </p:cNvPr>
          <p:cNvSpPr/>
          <p:nvPr/>
        </p:nvSpPr>
        <p:spPr>
          <a:xfrm>
            <a:off x="6308653" y="1698423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B231164-0597-3F01-FC81-C21E0EEAE55F}"/>
              </a:ext>
            </a:extLst>
          </p:cNvPr>
          <p:cNvSpPr/>
          <p:nvPr/>
        </p:nvSpPr>
        <p:spPr>
          <a:xfrm>
            <a:off x="7005081" y="1698423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6D33D23-A40E-62AA-7832-78FDFB110FA5}"/>
              </a:ext>
            </a:extLst>
          </p:cNvPr>
          <p:cNvSpPr/>
          <p:nvPr/>
        </p:nvSpPr>
        <p:spPr>
          <a:xfrm>
            <a:off x="7701509" y="1698423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A570A80-7133-4F2E-5A56-AECB4989B8E0}"/>
              </a:ext>
            </a:extLst>
          </p:cNvPr>
          <p:cNvSpPr/>
          <p:nvPr/>
        </p:nvSpPr>
        <p:spPr>
          <a:xfrm>
            <a:off x="8397933" y="1698423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3552443-A92D-E615-8C0A-3E14A898964B}"/>
              </a:ext>
            </a:extLst>
          </p:cNvPr>
          <p:cNvCxnSpPr>
            <a:cxnSpLocks/>
          </p:cNvCxnSpPr>
          <p:nvPr/>
        </p:nvCxnSpPr>
        <p:spPr>
          <a:xfrm flipV="1">
            <a:off x="378237" y="1601283"/>
            <a:ext cx="0" cy="54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D9038607-8313-0185-D804-3F7B6D35BEC0}"/>
              </a:ext>
            </a:extLst>
          </p:cNvPr>
          <p:cNvSpPr txBox="1"/>
          <p:nvPr/>
        </p:nvSpPr>
        <p:spPr>
          <a:xfrm>
            <a:off x="-45390" y="1716347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1.5”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C8877B8-4A03-6E90-6ABE-BB89BCF9012B}"/>
              </a:ext>
            </a:extLst>
          </p:cNvPr>
          <p:cNvSpPr txBox="1"/>
          <p:nvPr/>
        </p:nvSpPr>
        <p:spPr>
          <a:xfrm>
            <a:off x="664388" y="1755787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.75”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3BFDBD6-6847-09C1-833A-F5CF5FB5CA38}"/>
              </a:ext>
            </a:extLst>
          </p:cNvPr>
          <p:cNvSpPr txBox="1"/>
          <p:nvPr/>
        </p:nvSpPr>
        <p:spPr>
          <a:xfrm>
            <a:off x="3443261" y="1755787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.875”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4C28F29-EBDD-F680-8264-DCE4A93F3388}"/>
              </a:ext>
            </a:extLst>
          </p:cNvPr>
          <p:cNvSpPr txBox="1"/>
          <p:nvPr/>
        </p:nvSpPr>
        <p:spPr>
          <a:xfrm>
            <a:off x="4145202" y="1755787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.875”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34602F8-FD45-62AA-BCAF-7835C7A3E09F}"/>
              </a:ext>
            </a:extLst>
          </p:cNvPr>
          <p:cNvSpPr txBox="1"/>
          <p:nvPr/>
        </p:nvSpPr>
        <p:spPr>
          <a:xfrm>
            <a:off x="4847143" y="1755787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.875”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C14D587-EA57-03AD-685E-BE783FE19AB0}"/>
              </a:ext>
            </a:extLst>
          </p:cNvPr>
          <p:cNvSpPr txBox="1"/>
          <p:nvPr/>
        </p:nvSpPr>
        <p:spPr>
          <a:xfrm>
            <a:off x="5549084" y="1755787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.875”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562DACD-92D9-AB04-7DE6-DCD09E68941F}"/>
              </a:ext>
            </a:extLst>
          </p:cNvPr>
          <p:cNvSpPr txBox="1"/>
          <p:nvPr/>
        </p:nvSpPr>
        <p:spPr>
          <a:xfrm>
            <a:off x="6333217" y="1755787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1”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67C3E51-E939-299A-0566-8CD16439F010}"/>
              </a:ext>
            </a:extLst>
          </p:cNvPr>
          <p:cNvSpPr txBox="1"/>
          <p:nvPr/>
        </p:nvSpPr>
        <p:spPr>
          <a:xfrm>
            <a:off x="7035158" y="1755787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1”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AB1DEFD-6265-B556-AA16-5C5FA0289373}"/>
              </a:ext>
            </a:extLst>
          </p:cNvPr>
          <p:cNvSpPr txBox="1"/>
          <p:nvPr/>
        </p:nvSpPr>
        <p:spPr>
          <a:xfrm>
            <a:off x="7737099" y="1755787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1”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FDF9F26-893D-9CAD-5D9F-C83FF316694C}"/>
              </a:ext>
            </a:extLst>
          </p:cNvPr>
          <p:cNvSpPr txBox="1"/>
          <p:nvPr/>
        </p:nvSpPr>
        <p:spPr>
          <a:xfrm>
            <a:off x="8439040" y="1755787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1”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7DB9058-575C-3E1E-DF7F-D6592CBA8D7E}"/>
              </a:ext>
            </a:extLst>
          </p:cNvPr>
          <p:cNvSpPr txBox="1"/>
          <p:nvPr/>
        </p:nvSpPr>
        <p:spPr>
          <a:xfrm>
            <a:off x="1351042" y="1755787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.75”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FDF3AE-88F4-25F8-9329-8BCAC8E07B59}"/>
              </a:ext>
            </a:extLst>
          </p:cNvPr>
          <p:cNvSpPr txBox="1"/>
          <p:nvPr/>
        </p:nvSpPr>
        <p:spPr>
          <a:xfrm>
            <a:off x="2058244" y="1755787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.75”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9249233-EC9B-2B80-79FC-FE2F64709CE7}"/>
              </a:ext>
            </a:extLst>
          </p:cNvPr>
          <p:cNvSpPr txBox="1"/>
          <p:nvPr/>
        </p:nvSpPr>
        <p:spPr>
          <a:xfrm>
            <a:off x="2765446" y="1755787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.75”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3951DE7-23E1-FFDF-15F7-966F96E5430A}"/>
              </a:ext>
            </a:extLst>
          </p:cNvPr>
          <p:cNvCxnSpPr>
            <a:cxnSpLocks/>
          </p:cNvCxnSpPr>
          <p:nvPr/>
        </p:nvCxnSpPr>
        <p:spPr>
          <a:xfrm>
            <a:off x="616829" y="5868157"/>
            <a:ext cx="835868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520B63B-B6CA-B023-1A89-F4151F978327}"/>
              </a:ext>
            </a:extLst>
          </p:cNvPr>
          <p:cNvSpPr txBox="1"/>
          <p:nvPr/>
        </p:nvSpPr>
        <p:spPr>
          <a:xfrm>
            <a:off x="4540334" y="5839833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24”</a:t>
            </a:r>
          </a:p>
        </p:txBody>
      </p:sp>
    </p:spTree>
    <p:extLst>
      <p:ext uri="{BB962C8B-B14F-4D97-AF65-F5344CB8AC3E}">
        <p14:creationId xmlns:p14="http://schemas.microsoft.com/office/powerpoint/2010/main" val="400309002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CE9706F9-80EB-3C4D-B50E-A42001E97833}" vid="{43B0AC9C-D376-B940-8692-EDE49EB474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13452</TotalTime>
  <Words>275</Words>
  <Application>Microsoft Macintosh PowerPoint</Application>
  <PresentationFormat>On-screen Show (4:3)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Default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 Baker</dc:creator>
  <cp:lastModifiedBy>George Baker</cp:lastModifiedBy>
  <cp:revision>3</cp:revision>
  <cp:lastPrinted>2024-06-01T18:46:13Z</cp:lastPrinted>
  <dcterms:created xsi:type="dcterms:W3CDTF">2024-03-25T13:06:53Z</dcterms:created>
  <dcterms:modified xsi:type="dcterms:W3CDTF">2024-06-10T23:26:13Z</dcterms:modified>
</cp:coreProperties>
</file>